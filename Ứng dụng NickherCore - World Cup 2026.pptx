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3A9841-39B3-4E14-89A6-24B3B4140CF9}">
  <a:tblStyle styleId="{713A9841-39B3-4E14-89A6-24B3B4140C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99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1138" y="3757686"/>
            <a:ext cx="8029723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80320" y="2460426"/>
            <a:ext cx="84312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BÁO CÁO NGHIÊN CỨU ĐỒ ÁN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81088" y="3301962"/>
            <a:ext cx="8029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ỨNG DỤNG NICKHERCORE - WORLD CUP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0798" y="5309725"/>
            <a:ext cx="311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Giảng viên hướng dẫn:  </a:t>
            </a:r>
            <a:r>
              <a:rPr lang="en-US" sz="1350" b="1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Huỳnh Vĩnh Phát</a:t>
            </a:r>
            <a:endParaRPr sz="1350"/>
          </a:p>
        </p:txBody>
      </p:sp>
      <p:sp>
        <p:nvSpPr>
          <p:cNvPr id="89" name="Google Shape;89;p13"/>
          <p:cNvSpPr txBox="1"/>
          <p:nvPr/>
        </p:nvSpPr>
        <p:spPr>
          <a:xfrm>
            <a:off x="410799" y="5517625"/>
            <a:ext cx="549269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Sinh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viên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thực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hiện</a:t>
            </a:r>
            <a:r>
              <a:rPr lang="en-US" sz="135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200" b="1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Nguyễn Nguyên Quốc Anh _ 2111111322</a:t>
            </a:r>
            <a:endParaRPr sz="13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Mai </a:t>
            </a:r>
            <a:r>
              <a:rPr lang="en-US" sz="1350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Trần</a:t>
            </a: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Hồng Phương _ 2211110143</a:t>
            </a:r>
            <a:endParaRPr sz="13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Nguyễn Nam Thiên_2211110103</a:t>
            </a:r>
            <a:endParaRPr sz="13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Nguyễn Anh Tuấn _ 2411110090</a:t>
            </a:r>
            <a:endParaRPr sz="13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Nguyễn Hồng Phúc_</a:t>
            </a:r>
            <a:r>
              <a:rPr lang="en-US" sz="1350" dirty="0">
                <a:solidFill>
                  <a:srgbClr val="94A3B8"/>
                </a:solidFill>
                <a:highlight>
                  <a:srgbClr val="090D16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dirty="0">
                <a:solidFill>
                  <a:srgbClr val="F8FAFC"/>
                </a:solidFill>
                <a:highlight>
                  <a:srgbClr val="090D16"/>
                </a:highlight>
                <a:latin typeface="Lato"/>
                <a:ea typeface="Lato"/>
                <a:cs typeface="Lato"/>
                <a:sym typeface="Lato"/>
              </a:rPr>
              <a:t>2111111708</a:t>
            </a:r>
            <a:r>
              <a:rPr lang="en-US" sz="1350" dirty="0">
                <a:solidFill>
                  <a:schemeClr val="dk1"/>
                </a:solidFill>
              </a:rPr>
              <a:t> </a:t>
            </a:r>
            <a:endParaRPr sz="135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715000" y="26050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52242" y="2881312"/>
            <a:ext cx="768736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CHƯƠNG 1. TỔNG QUAN ĐỀ TÀI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238500" y="3767137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Mục tiêu nghiên cứu, bối cảnh thực tiễn và ý nghĩa của ứng dụng theo dõi World Cup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57400"/>
            <a:ext cx="50863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57275" y="2427089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Phát triển ứng dụng Android theo dõi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FIFA World Cup 2026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với giao diện Material Design hiện đại, mượt mà.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57275" y="3147119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Cung cấp dữ liệu trực quan thời gian thực: tỉ số (Live Score), lịch thi đấu, bảng xếp hạng và sơ đồ knockout.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57275" y="3867150"/>
            <a:ext cx="4800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Tích hợp các tính năng nâng cao như xem video highlight qua YouTube, sơ đồ đội hình trực quan, sự kiện chi tiết và quản lý thông báo.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57275" y="4861470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Tổ chức dự án mã nguồn mở chuẩn hoá, dễ bảo trì và mở rộng.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2076450"/>
            <a:ext cx="504825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Mục Tiêu &amp; Phạm Vi Đề Tài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44613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16616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886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88052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465189"/>
            <a:ext cx="3359199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465189"/>
            <a:ext cx="3359199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465189"/>
            <a:ext cx="3359199" cy="28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947577" y="3493889"/>
            <a:ext cx="300709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Đối Với Bản Thân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19175" y="3951089"/>
            <a:ext cx="28638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Hệ thống hoá kiến thức lập trình di động Android (Java), tích hợp REST API chuyên nghiệp, và kiến trúc phân lớp chuẩn mực.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92527" y="3493889"/>
            <a:ext cx="300709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Đối Với Người Dùng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64124" y="3951089"/>
            <a:ext cx="28638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Mang đến trải nghiệm theo dõi bóng đá mượt mà, nhanh chóng, cập nhật thời gian thực ngay trên thiết bị di động cá nhân.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237476" y="3493889"/>
            <a:ext cx="300709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Đối Với Cộng Đồng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09074" y="3951089"/>
            <a:ext cx="28638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Đóng góp một sản phẩm phần mềm mã nguồn mở có kiến trúc rõ ràng, làm tài liệu tham khảo chất lượng cho các nhà phát triển trẻ.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9112" y="2855714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4062" y="2855714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79012" y="2855714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Ý Nghĩa Thực Tiễn Của Đề Tài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5715000" y="26050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816090" y="2881312"/>
            <a:ext cx="8559819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CHƯƠNG 2. PHÂN TÍCH &amp; THIẾT KẾ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3238500" y="3767137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Kiến trúc hệ thống, Tech Stack công nghệ và luồng dữ liệu thời gian thực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8"/>
          <p:cNvGraphicFramePr/>
          <p:nvPr/>
        </p:nvGraphicFramePr>
        <p:xfrm>
          <a:off x="771525" y="2461319"/>
          <a:ext cx="10648950" cy="2811500"/>
        </p:xfrm>
        <a:graphic>
          <a:graphicData uri="http://schemas.openxmlformats.org/drawingml/2006/table">
            <a:tbl>
              <a:tblPr firstRow="1" bandRow="1">
                <a:noFill/>
                <a:tableStyleId>{713A9841-39B3-4E14-89A6-24B3B4140CF9}</a:tableStyleId>
              </a:tblPr>
              <a:tblGrid>
                <a:gridCol w="249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Công cụ / Thư viện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Vai trò hệ thống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0B98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Tính năng chính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Android Studio / Java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Nền tảng &amp; Ngôn ngữ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Xây dựng ứng dụng Android native ổn định, hiệu năng cao.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Retrofit2 &amp; OkHttp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Kết nối API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Gọi REST API, bắt và ghi nhận log request/response của máy chủ.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Gson &amp; Glide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Xử lý dữ liệu &amp; Ảnh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Parse JSON tự động thành Java Model; Tải và cache ảnh logo/sân vận động.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RecyclerView &amp; CardView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Thành phần Giao diện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Hiển thị tối ưu danh sách dài các trận đấu và thông tin dạng thẻ trực quan.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8" name="Google Shape;148;p18"/>
          <p:cNvSpPr/>
          <p:nvPr/>
        </p:nvSpPr>
        <p:spPr>
          <a:xfrm>
            <a:off x="771525" y="3035647"/>
            <a:ext cx="24997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271242" y="3035647"/>
            <a:ext cx="20953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366593" y="3035647"/>
            <a:ext cx="6053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71525" y="3593752"/>
            <a:ext cx="24997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271242" y="3593752"/>
            <a:ext cx="20953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366593" y="3593752"/>
            <a:ext cx="6053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71525" y="4151858"/>
            <a:ext cx="24997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271242" y="4151858"/>
            <a:ext cx="20953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366593" y="4151858"/>
            <a:ext cx="6053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71525" y="4709963"/>
            <a:ext cx="24997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271242" y="4709963"/>
            <a:ext cx="20953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366593" y="4709963"/>
            <a:ext cx="605388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Công Nghệ Sử Dụng (Tech Stack)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204442"/>
            <a:ext cx="5086350" cy="332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04442"/>
            <a:ext cx="5086350" cy="332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114425" y="2547342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Kiến Trúc Phân Lớp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114425" y="3061692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Hệ thống tuân thủ mô hình phân tách trách nhiệm nghiêm ngặt: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14425" y="3434953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Activity / Layout: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Tiếp nhận tương tác, điều hướng giao diện.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114425" y="4067175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Adapter: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Gắn kết cấu trúc dữ liệu với RecyclerView.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114425" y="4440435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Repository: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Trung gian cung cấp dữ liệu, ẩn giấu chi tiết API.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114425" y="4813696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Các cấu trúc dữ liệu ánh xạ trực tiếp từ Zafronix API.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77025" y="2547342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Luồng Dữ Liệu Một Chiều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677025" y="3061692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Mô hình vận hành đảm bảo sự nhất quán: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677025" y="3434953"/>
            <a:ext cx="44005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Zafronix API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→ Retrofit2 gọi mạng → Gson chuyển đổi JSON → Ánh xạ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Repository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xử lý nghiệp vụ → Truyền dữ liệu sang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Activity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→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Adapter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cập nhật giao diện hiển thị.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677025" y="4326135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Ứng dụng cũng dùng </a:t>
            </a:r>
            <a:r>
              <a:rPr lang="en-US" sz="1275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SharedPreferences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để lưu dữ liệu yêu thích cục bộ.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Kiến Trúc Đa Lớp &amp; Luồng Dữ Liệu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5715000" y="26050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724516" y="2881312"/>
            <a:ext cx="874296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CHƯƠNG 3. TÍNH NĂNG ỨNG DỤNG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238500" y="3767137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Chi tiết các phân hệ chức năng độc đáo được triển khai trên NickherCore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0713" y="1299112"/>
            <a:ext cx="2606447" cy="21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664" y="1299112"/>
            <a:ext cx="2606447" cy="21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2775" y="1299112"/>
            <a:ext cx="2606447" cy="217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387315" y="2097294"/>
            <a:ext cx="2333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Trang Chủ &amp; Live Score</a:t>
            </a:r>
            <a:endParaRPr sz="1086"/>
          </a:p>
        </p:txBody>
      </p:sp>
      <p:sp>
        <p:nvSpPr>
          <p:cNvPr id="197" name="Google Shape;197;p21"/>
          <p:cNvSpPr txBox="1"/>
          <p:nvPr/>
        </p:nvSpPr>
        <p:spPr>
          <a:xfrm>
            <a:off x="1442869" y="2452042"/>
            <a:ext cx="2222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Cập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nhật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kết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quả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tỉ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số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trận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đang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đấu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(LIVE),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trận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sắp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diễn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ra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trận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đã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kết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thúc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(FT). Giao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diện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tối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ưu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theo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thời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gian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931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thực</a:t>
            </a:r>
            <a:r>
              <a:rPr lang="en-US" sz="931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086"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8595267" y="2097294"/>
            <a:ext cx="2333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Sơ Đồ Đội Hình &amp; Thống Kê</a:t>
            </a:r>
            <a:endParaRPr sz="1086"/>
          </a:p>
        </p:txBody>
      </p:sp>
      <p:sp>
        <p:nvSpPr>
          <p:cNvPr id="199" name="Google Shape;199;p21"/>
          <p:cNvSpPr txBox="1"/>
          <p:nvPr/>
        </p:nvSpPr>
        <p:spPr>
          <a:xfrm>
            <a:off x="8650821" y="2452042"/>
            <a:ext cx="22221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Vẽ sơ đồ chiến thuật đội hình ra sân của 2 đội trực quan ngay trên sân cỏ mô phỏng; kèm thống kê chi tiết thẻ phạt, kiểm soát bóng.</a:t>
            </a:r>
            <a:endParaRPr sz="1086"/>
          </a:p>
        </p:txBody>
      </p:sp>
      <p:sp>
        <p:nvSpPr>
          <p:cNvPr id="200" name="Google Shape;200;p21"/>
          <p:cNvSpPr txBox="1"/>
          <p:nvPr/>
        </p:nvSpPr>
        <p:spPr>
          <a:xfrm>
            <a:off x="4929377" y="2097294"/>
            <a:ext cx="23334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Lịch Đấu &amp; Bảng Xếp Hạng</a:t>
            </a:r>
            <a:endParaRPr sz="1086"/>
          </a:p>
        </p:txBody>
      </p:sp>
      <p:sp>
        <p:nvSpPr>
          <p:cNvPr id="201" name="Google Shape;201;p21"/>
          <p:cNvSpPr txBox="1"/>
          <p:nvPr/>
        </p:nvSpPr>
        <p:spPr>
          <a:xfrm>
            <a:off x="4984931" y="2452042"/>
            <a:ext cx="2222100" cy="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Cập nhật đầy đủ 12 bảng đấu (A-L), sơ đồ nhánh đấu knockout (vòng loại trực tiếp) kèm thông tin chi tiết về các sân vận động.</a:t>
            </a:r>
            <a:endParaRPr sz="1086"/>
          </a:p>
        </p:txBody>
      </p:sp>
      <p:pic>
        <p:nvPicPr>
          <p:cNvPr id="202" name="Google Shape;20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09771" y="1602126"/>
            <a:ext cx="288232" cy="325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77075" y="1602126"/>
            <a:ext cx="369532" cy="325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33357" y="1602126"/>
            <a:ext cx="325188" cy="32518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914400" y="581025"/>
            <a:ext cx="5928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Các Phân Hệ Chức Năng Chính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1" title="Screenshot 2026-07-15 10280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27625" y="3682475"/>
            <a:ext cx="1452523" cy="29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title="Screenshot 2026-07-15 102839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038603" y="3682475"/>
            <a:ext cx="1446745" cy="291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title="Screenshot 2026-07-15 102819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86212" y="4089277"/>
            <a:ext cx="4419724" cy="21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71525" y="3019425"/>
            <a:ext cx="50863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71525" y="4448175"/>
            <a:ext cx="5086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Hoàn Thiện Chức Năng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334125" y="2967335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Sản Phẩm Đạt Chuẩn Thực Tế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334125" y="3243560"/>
            <a:ext cx="50863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Ứng dụng NickherCore đã được xây dựng và chạy thử nghiệm mượt mà trên trình giả lập Android Studio (Pixel 5, API 35).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334125" y="3875782"/>
            <a:ext cx="508635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Dữ liệu được tích hợp chuẩn xác từ </a:t>
            </a:r>
            <a:r>
              <a:rPr lang="en-US" sz="127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Zafronix World Cup 2026 API</a:t>
            </a: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đảm bảo tốc độ phản hồi nhanh, giao diện đồng bộ, nhất quán và không xảy ra lỗi tràn bộ nhớ hoặc giật lag.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Đánh Giá Kết Quả Đạt Được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261592"/>
            <a:ext cx="5086350" cy="3211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61592"/>
            <a:ext cx="5086350" cy="321111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1114425" y="2604492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Khó Khăn Đã Giải Quyết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114425" y="3118842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Đồng bộ dữ liệu real-time khi có nhiều trận đấu diễn ra cùng lúc.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114425" y="3751064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Thay đổi cơ chế quản lý quyền của Android 13+ đòi hỏi phải xin quyền Notification lúc runtime.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114425" y="4383285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Cấu trúc API từ nguồn ngoài thỉnh thoảng biến động ảnh hưởng tới cấu trúc Model.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677025" y="2604492"/>
            <a:ext cx="462057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Hướng Phát Triển Tương Lai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677025" y="3118842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Tích hợp Firebase Authentication để bảo mật thông tin tài khoản người dùng.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77025" y="3751064"/>
            <a:ext cx="4400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Sử dụng FCM (Firebase Cloud Messaging) để đẩy thông báo kết quả tức thời.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77025" y="4383285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Ứng dụng AI dự đoán tỉ số trận đấu dựa trên phong độ.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77025" y="4756546"/>
            <a:ext cx="44005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 Bổ sung Offline Cache hỗ trợ xem khi mất mạng.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Khó Khăn &amp; Hướng Phát Triển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/>
        </p:nvSpPr>
        <p:spPr>
          <a:xfrm>
            <a:off x="505301" y="2236440"/>
            <a:ext cx="1118139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Xin Cảm Ơn!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771525" y="3408015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Cảm ơn Thầy Cô và các bạn đã chú ý lắng nghe bài thuyết trình.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629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866900" y="3523357"/>
            <a:ext cx="9553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https://elements-resized.envatousercontent.com/elements-cover-images/8f8fbf26-c495-4ae5-a6a4-549710585934?w=433&amp;cf_fit=scale-down&amp;q=85&amp;format=auto&amp;s=75a821ec38fabbcab764febac749c91b71e7f08ba0002bbf77a2ce667bb21451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866900" y="3967162"/>
            <a:ext cx="9553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PresentationFormat>Màn hình rộng</PresentationFormat>
  <Paragraphs>81</Paragraphs>
  <Slides>13</Slides>
  <Notes>13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9" baseType="lpstr">
      <vt:lpstr>Poppins</vt:lpstr>
      <vt:lpstr>Arial</vt:lpstr>
      <vt:lpstr>Poppins SemiBold</vt:lpstr>
      <vt:lpstr>Lato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Phuong Mai</cp:lastModifiedBy>
  <cp:revision>4</cp:revision>
  <dcterms:modified xsi:type="dcterms:W3CDTF">2026-07-15T06:48:04Z</dcterms:modified>
</cp:coreProperties>
</file>